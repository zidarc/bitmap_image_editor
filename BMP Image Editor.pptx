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58" r:id="rId8"/>
    <p:sldId id="286" r:id="rId9"/>
    <p:sldId id="287" r:id="rId10"/>
    <p:sldId id="289" r:id="rId11"/>
    <p:sldId id="280" r:id="rId12"/>
    <p:sldId id="281" r:id="rId13"/>
    <p:sldId id="279" r:id="rId14"/>
    <p:sldId id="283" r:id="rId15"/>
    <p:sldId id="29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322709-39F4-41A9-88EF-5019C9C5974C}">
          <p14:sldIdLst>
            <p14:sldId id="256"/>
            <p14:sldId id="257"/>
            <p14:sldId id="278"/>
            <p14:sldId id="258"/>
            <p14:sldId id="286"/>
            <p14:sldId id="287"/>
            <p14:sldId id="289"/>
            <p14:sldId id="280"/>
            <p14:sldId id="281"/>
            <p14:sldId id="279"/>
          </p14:sldIdLst>
        </p14:section>
        <p14:section name="Untitled Section" id="{3F83A0BC-9CE4-4A1A-8270-4C6FB1C5EB01}">
          <p14:sldIdLst>
            <p14:sldId id="283"/>
            <p14:sldId id="29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655" autoAdjust="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0DD9A-4669-4332-B934-4DD8FC240D10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FA6BA1-BB21-4404-9EBC-437F3A3D3A1E}">
      <dgm:prSet phldrT="[Text]" phldr="0"/>
      <dgm:spPr/>
      <dgm:t>
        <a:bodyPr/>
        <a:lstStyle/>
        <a:p>
          <a:r>
            <a:rPr lang="en-US" dirty="0"/>
            <a:t>Sign Up</a:t>
          </a:r>
        </a:p>
      </dgm:t>
    </dgm:pt>
    <dgm:pt modelId="{EC8DE853-AD84-46CD-9B36-19CC6EFAC95A}" type="parTrans" cxnId="{98496FA8-1F6A-43EE-BE64-7A0A427D8792}">
      <dgm:prSet/>
      <dgm:spPr/>
      <dgm:t>
        <a:bodyPr/>
        <a:lstStyle/>
        <a:p>
          <a:endParaRPr lang="en-US"/>
        </a:p>
      </dgm:t>
    </dgm:pt>
    <dgm:pt modelId="{1C052D30-55D0-4173-B64F-C5AEBEB55E63}" type="sibTrans" cxnId="{98496FA8-1F6A-43EE-BE64-7A0A427D8792}">
      <dgm:prSet/>
      <dgm:spPr/>
      <dgm:t>
        <a:bodyPr/>
        <a:lstStyle/>
        <a:p>
          <a:endParaRPr lang="en-US"/>
        </a:p>
      </dgm:t>
    </dgm:pt>
    <dgm:pt modelId="{572CD817-1B95-4238-BC7B-B46C1ED15D90}">
      <dgm:prSet phldrT="[Text]" phldr="0"/>
      <dgm:spPr/>
      <dgm:t>
        <a:bodyPr/>
        <a:lstStyle/>
        <a:p>
          <a:r>
            <a:rPr lang="en-US" dirty="0"/>
            <a:t>Unique Username check</a:t>
          </a:r>
        </a:p>
      </dgm:t>
    </dgm:pt>
    <dgm:pt modelId="{A45EF8D9-9D7E-4657-BB6D-C86141398EFC}" type="parTrans" cxnId="{B4EA26AC-0824-4ABF-A3EC-CC5BA2CA93AB}">
      <dgm:prSet/>
      <dgm:spPr/>
      <dgm:t>
        <a:bodyPr/>
        <a:lstStyle/>
        <a:p>
          <a:endParaRPr lang="en-US"/>
        </a:p>
      </dgm:t>
    </dgm:pt>
    <dgm:pt modelId="{23FA7F01-D447-464A-9972-1BF1651C74B7}" type="sibTrans" cxnId="{B4EA26AC-0824-4ABF-A3EC-CC5BA2CA93AB}">
      <dgm:prSet/>
      <dgm:spPr/>
      <dgm:t>
        <a:bodyPr/>
        <a:lstStyle/>
        <a:p>
          <a:endParaRPr lang="en-US"/>
        </a:p>
      </dgm:t>
    </dgm:pt>
    <dgm:pt modelId="{ED4B68E9-29E1-428A-9FDF-38872EDB6A47}">
      <dgm:prSet phldrT="[Text]" phldr="0"/>
      <dgm:spPr/>
      <dgm:t>
        <a:bodyPr/>
        <a:lstStyle/>
        <a:p>
          <a:r>
            <a:rPr lang="en-US" dirty="0"/>
            <a:t>Confirm Password check</a:t>
          </a:r>
        </a:p>
      </dgm:t>
    </dgm:pt>
    <dgm:pt modelId="{3210436E-6F82-4B52-AF94-C5648DE361FF}" type="parTrans" cxnId="{EDF8CB58-30FF-44BA-8FC6-A70A7D77B7AF}">
      <dgm:prSet/>
      <dgm:spPr/>
      <dgm:t>
        <a:bodyPr/>
        <a:lstStyle/>
        <a:p>
          <a:endParaRPr lang="en-US"/>
        </a:p>
      </dgm:t>
    </dgm:pt>
    <dgm:pt modelId="{1BE19B8D-2B8E-4433-9E14-DE99476DAFC2}" type="sibTrans" cxnId="{EDF8CB58-30FF-44BA-8FC6-A70A7D77B7AF}">
      <dgm:prSet/>
      <dgm:spPr/>
      <dgm:t>
        <a:bodyPr/>
        <a:lstStyle/>
        <a:p>
          <a:endParaRPr lang="en-US"/>
        </a:p>
      </dgm:t>
    </dgm:pt>
    <dgm:pt modelId="{F29A9B8B-9942-4CBE-BA18-4A27F6E6F1CB}">
      <dgm:prSet phldrT="[Text]" phldr="0"/>
      <dgm:spPr/>
      <dgm:t>
        <a:bodyPr/>
        <a:lstStyle/>
        <a:p>
          <a:r>
            <a:rPr lang="en-US" dirty="0"/>
            <a:t>Login</a:t>
          </a:r>
        </a:p>
      </dgm:t>
    </dgm:pt>
    <dgm:pt modelId="{C4360B9C-E82C-48DB-8EF7-EC01ACA03723}" type="parTrans" cxnId="{E3D57A28-E11C-4F6B-9F36-DC11E2578513}">
      <dgm:prSet/>
      <dgm:spPr/>
      <dgm:t>
        <a:bodyPr/>
        <a:lstStyle/>
        <a:p>
          <a:endParaRPr lang="en-US"/>
        </a:p>
      </dgm:t>
    </dgm:pt>
    <dgm:pt modelId="{460AC2F1-21B8-415F-B9E2-6DAA2C5CE5A8}" type="sibTrans" cxnId="{E3D57A28-E11C-4F6B-9F36-DC11E2578513}">
      <dgm:prSet/>
      <dgm:spPr/>
      <dgm:t>
        <a:bodyPr/>
        <a:lstStyle/>
        <a:p>
          <a:endParaRPr lang="en-US"/>
        </a:p>
      </dgm:t>
    </dgm:pt>
    <dgm:pt modelId="{5280A389-95CD-4776-B43E-F81FB7464F60}">
      <dgm:prSet phldrT="[Text]" phldr="0"/>
      <dgm:spPr/>
      <dgm:t>
        <a:bodyPr/>
        <a:lstStyle/>
        <a:p>
          <a:r>
            <a:rPr lang="en-US" dirty="0"/>
            <a:t>Username matches then</a:t>
          </a:r>
        </a:p>
      </dgm:t>
    </dgm:pt>
    <dgm:pt modelId="{3BF312B9-7987-4E7A-958D-DCA47C70A5DD}" type="parTrans" cxnId="{B59006C3-8FA3-459B-90BA-C3C3C8013F18}">
      <dgm:prSet/>
      <dgm:spPr/>
      <dgm:t>
        <a:bodyPr/>
        <a:lstStyle/>
        <a:p>
          <a:endParaRPr lang="en-US"/>
        </a:p>
      </dgm:t>
    </dgm:pt>
    <dgm:pt modelId="{C02A416B-E7A5-45EF-B799-9893E2A21EC8}" type="sibTrans" cxnId="{B59006C3-8FA3-459B-90BA-C3C3C8013F18}">
      <dgm:prSet/>
      <dgm:spPr/>
      <dgm:t>
        <a:bodyPr/>
        <a:lstStyle/>
        <a:p>
          <a:endParaRPr lang="en-US"/>
        </a:p>
      </dgm:t>
    </dgm:pt>
    <dgm:pt modelId="{08B766A1-9059-4C47-BE8F-B780B799AF1C}">
      <dgm:prSet phldrT="[Text]" phldr="0"/>
      <dgm:spPr/>
      <dgm:t>
        <a:bodyPr/>
        <a:lstStyle/>
        <a:p>
          <a:r>
            <a:rPr lang="en-US" dirty="0"/>
            <a:t>Decrypt the respective password</a:t>
          </a:r>
        </a:p>
      </dgm:t>
    </dgm:pt>
    <dgm:pt modelId="{3D377790-6F0E-4543-A44A-10A50CDECB2D}" type="parTrans" cxnId="{EB7D2C08-E54A-4AC9-AA2A-558F062866EC}">
      <dgm:prSet/>
      <dgm:spPr/>
      <dgm:t>
        <a:bodyPr/>
        <a:lstStyle/>
        <a:p>
          <a:endParaRPr lang="en-US"/>
        </a:p>
      </dgm:t>
    </dgm:pt>
    <dgm:pt modelId="{753AD331-09D8-4A5D-ABE1-90DF302893E5}" type="sibTrans" cxnId="{EB7D2C08-E54A-4AC9-AA2A-558F062866EC}">
      <dgm:prSet/>
      <dgm:spPr/>
      <dgm:t>
        <a:bodyPr/>
        <a:lstStyle/>
        <a:p>
          <a:endParaRPr lang="en-US"/>
        </a:p>
      </dgm:t>
    </dgm:pt>
    <dgm:pt modelId="{1AEEA697-EE2E-4DF3-AE8B-3DC5257117EB}">
      <dgm:prSet phldrT="[Text]" phldr="0"/>
      <dgm:spPr/>
      <dgm:t>
        <a:bodyPr/>
        <a:lstStyle/>
        <a:p>
          <a:r>
            <a:rPr lang="en-US" dirty="0"/>
            <a:t>Encryption</a:t>
          </a:r>
        </a:p>
      </dgm:t>
    </dgm:pt>
    <dgm:pt modelId="{E2A76460-30D9-4D93-AE05-A9DD8A04E87A}" type="parTrans" cxnId="{D6E88A7A-9D49-4BF7-9C10-2BE99CEB7E86}">
      <dgm:prSet/>
      <dgm:spPr/>
      <dgm:t>
        <a:bodyPr/>
        <a:lstStyle/>
        <a:p>
          <a:endParaRPr lang="en-US"/>
        </a:p>
      </dgm:t>
    </dgm:pt>
    <dgm:pt modelId="{600B2E2D-A36F-4530-B2DF-A060929402F5}" type="sibTrans" cxnId="{D6E88A7A-9D49-4BF7-9C10-2BE99CEB7E86}">
      <dgm:prSet/>
      <dgm:spPr/>
      <dgm:t>
        <a:bodyPr/>
        <a:lstStyle/>
        <a:p>
          <a:endParaRPr lang="en-US"/>
        </a:p>
      </dgm:t>
    </dgm:pt>
    <dgm:pt modelId="{AEC5BF22-D38C-4B2C-A4C2-82FF10976A89}">
      <dgm:prSet phldrT="[Text]" phldr="0"/>
      <dgm:spPr/>
      <dgm:t>
        <a:bodyPr/>
        <a:lstStyle/>
        <a:p>
          <a:r>
            <a:rPr lang="en-US" dirty="0"/>
            <a:t>Takes in plain text, strips new line</a:t>
          </a:r>
        </a:p>
      </dgm:t>
    </dgm:pt>
    <dgm:pt modelId="{B8A5D90A-10D8-4DCC-95AF-C95C52FB4F2E}" type="parTrans" cxnId="{7B063CAD-7475-4931-8E3F-A6A685720B65}">
      <dgm:prSet/>
      <dgm:spPr/>
      <dgm:t>
        <a:bodyPr/>
        <a:lstStyle/>
        <a:p>
          <a:endParaRPr lang="en-US"/>
        </a:p>
      </dgm:t>
    </dgm:pt>
    <dgm:pt modelId="{7709C576-C4AA-4B85-B0AE-60B84204FE7A}" type="sibTrans" cxnId="{7B063CAD-7475-4931-8E3F-A6A685720B65}">
      <dgm:prSet/>
      <dgm:spPr/>
      <dgm:t>
        <a:bodyPr/>
        <a:lstStyle/>
        <a:p>
          <a:endParaRPr lang="en-US"/>
        </a:p>
      </dgm:t>
    </dgm:pt>
    <dgm:pt modelId="{778FCFA8-CE37-4DEB-9980-58521076A4A5}">
      <dgm:prSet phldrT="[Text]" phldr="0"/>
      <dgm:spPr/>
      <dgm:t>
        <a:bodyPr/>
        <a:lstStyle/>
        <a:p>
          <a:r>
            <a:rPr lang="en-US" dirty="0"/>
            <a:t>Encrypt Password and stores in local file</a:t>
          </a:r>
        </a:p>
      </dgm:t>
    </dgm:pt>
    <dgm:pt modelId="{97EC8AF2-33B5-4DA2-92D4-F70592950CCE}" type="parTrans" cxnId="{6C17275C-95ED-44CB-BD12-A4F8536E6CF9}">
      <dgm:prSet/>
      <dgm:spPr/>
      <dgm:t>
        <a:bodyPr/>
        <a:lstStyle/>
        <a:p>
          <a:endParaRPr lang="en-US"/>
        </a:p>
      </dgm:t>
    </dgm:pt>
    <dgm:pt modelId="{379586C9-C8DF-4661-8B1E-EFF60E6A68A2}" type="sibTrans" cxnId="{6C17275C-95ED-44CB-BD12-A4F8536E6CF9}">
      <dgm:prSet/>
      <dgm:spPr/>
      <dgm:t>
        <a:bodyPr/>
        <a:lstStyle/>
        <a:p>
          <a:endParaRPr lang="en-US"/>
        </a:p>
      </dgm:t>
    </dgm:pt>
    <dgm:pt modelId="{1E12B351-43C4-47FF-9F43-B37F6D541651}">
      <dgm:prSet phldrT="[Text]" phldr="0"/>
      <dgm:spPr/>
      <dgm:t>
        <a:bodyPr/>
        <a:lstStyle/>
        <a:p>
          <a:r>
            <a:rPr lang="en-US" dirty="0"/>
            <a:t>If match go to main screen</a:t>
          </a:r>
        </a:p>
      </dgm:t>
    </dgm:pt>
    <dgm:pt modelId="{C794A278-4DD1-4E47-B151-3DC264083F73}" type="parTrans" cxnId="{E34C5C1C-C3D2-47A6-910C-BDCFEE404348}">
      <dgm:prSet/>
      <dgm:spPr/>
      <dgm:t>
        <a:bodyPr/>
        <a:lstStyle/>
        <a:p>
          <a:endParaRPr lang="en-US"/>
        </a:p>
      </dgm:t>
    </dgm:pt>
    <dgm:pt modelId="{57D7B8B7-BB82-4986-B7A4-D050D6938EA0}" type="sibTrans" cxnId="{E34C5C1C-C3D2-47A6-910C-BDCFEE404348}">
      <dgm:prSet/>
      <dgm:spPr/>
      <dgm:t>
        <a:bodyPr/>
        <a:lstStyle/>
        <a:p>
          <a:endParaRPr lang="en-US"/>
        </a:p>
      </dgm:t>
    </dgm:pt>
    <dgm:pt modelId="{5FCB7FF3-54C6-4593-AB86-58C9D153FFD2}">
      <dgm:prSet phldrT="[Text]" phldr="0"/>
      <dgm:spPr/>
      <dgm:t>
        <a:bodyPr/>
        <a:lstStyle/>
        <a:p>
          <a:r>
            <a:rPr lang="en-US" dirty="0"/>
            <a:t>XOR encryption and stores in Hexa Values</a:t>
          </a:r>
        </a:p>
      </dgm:t>
    </dgm:pt>
    <dgm:pt modelId="{F3AA7ED9-2EC2-46A9-A793-DD3D4946F658}" type="parTrans" cxnId="{4BD1E475-5E94-40A1-BFE8-089CE7E156B6}">
      <dgm:prSet/>
      <dgm:spPr/>
      <dgm:t>
        <a:bodyPr/>
        <a:lstStyle/>
        <a:p>
          <a:endParaRPr lang="en-US"/>
        </a:p>
      </dgm:t>
    </dgm:pt>
    <dgm:pt modelId="{67667F0E-A284-4CC1-9F84-2B6E0D2DC0EA}" type="sibTrans" cxnId="{4BD1E475-5E94-40A1-BFE8-089CE7E156B6}">
      <dgm:prSet/>
      <dgm:spPr/>
      <dgm:t>
        <a:bodyPr/>
        <a:lstStyle/>
        <a:p>
          <a:endParaRPr lang="en-US"/>
        </a:p>
      </dgm:t>
    </dgm:pt>
    <dgm:pt modelId="{221C2A59-BB84-4674-A4DE-B57410CE43E2}">
      <dgm:prSet phldrT="[Text]" phldr="0"/>
      <dgm:spPr/>
      <dgm:t>
        <a:bodyPr/>
        <a:lstStyle/>
        <a:p>
          <a:r>
            <a:rPr lang="en-US" dirty="0"/>
            <a:t>Decrypts using XOR again</a:t>
          </a:r>
        </a:p>
      </dgm:t>
    </dgm:pt>
    <dgm:pt modelId="{4D3A1E84-8CB3-4388-9400-8A5E3F478B7E}" type="parTrans" cxnId="{15BF122E-96A8-41F6-A8D4-53156B2358A0}">
      <dgm:prSet/>
      <dgm:spPr/>
      <dgm:t>
        <a:bodyPr/>
        <a:lstStyle/>
        <a:p>
          <a:endParaRPr lang="en-US"/>
        </a:p>
      </dgm:t>
    </dgm:pt>
    <dgm:pt modelId="{B2E4280E-44AC-410A-82C9-2EF5D45347C2}" type="sibTrans" cxnId="{15BF122E-96A8-41F6-A8D4-53156B2358A0}">
      <dgm:prSet/>
      <dgm:spPr/>
      <dgm:t>
        <a:bodyPr/>
        <a:lstStyle/>
        <a:p>
          <a:endParaRPr lang="en-US"/>
        </a:p>
      </dgm:t>
    </dgm:pt>
    <dgm:pt modelId="{36923C83-4793-4AD9-8497-A66799C6CF2D}" type="pres">
      <dgm:prSet presAssocID="{0440DD9A-4669-4332-B934-4DD8FC240D10}" presName="linearFlow" presStyleCnt="0">
        <dgm:presLayoutVars>
          <dgm:dir/>
          <dgm:animLvl val="lvl"/>
          <dgm:resizeHandles val="exact"/>
        </dgm:presLayoutVars>
      </dgm:prSet>
      <dgm:spPr/>
    </dgm:pt>
    <dgm:pt modelId="{618B2F9E-B1EC-4749-B09A-F1A89CDF69FC}" type="pres">
      <dgm:prSet presAssocID="{EFFA6BA1-BB21-4404-9EBC-437F3A3D3A1E}" presName="composite" presStyleCnt="0"/>
      <dgm:spPr/>
    </dgm:pt>
    <dgm:pt modelId="{32BA62C5-096E-4E1E-B639-A941A4657B1D}" type="pres">
      <dgm:prSet presAssocID="{EFFA6BA1-BB21-4404-9EBC-437F3A3D3A1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80CCCE0-4025-44D9-846D-CB6FAD777848}" type="pres">
      <dgm:prSet presAssocID="{EFFA6BA1-BB21-4404-9EBC-437F3A3D3A1E}" presName="descendantText" presStyleLbl="alignAcc1" presStyleIdx="0" presStyleCnt="3" custLinFactNeighborX="675" custLinFactNeighborY="3642">
        <dgm:presLayoutVars>
          <dgm:bulletEnabled val="1"/>
        </dgm:presLayoutVars>
      </dgm:prSet>
      <dgm:spPr/>
    </dgm:pt>
    <dgm:pt modelId="{22A38CE7-E30A-40A2-9A0D-E5736CA30F9A}" type="pres">
      <dgm:prSet presAssocID="{1C052D30-55D0-4173-B64F-C5AEBEB55E63}" presName="sp" presStyleCnt="0"/>
      <dgm:spPr/>
    </dgm:pt>
    <dgm:pt modelId="{556CB60D-9040-4D82-83E6-DB2E82F44509}" type="pres">
      <dgm:prSet presAssocID="{F29A9B8B-9942-4CBE-BA18-4A27F6E6F1CB}" presName="composite" presStyleCnt="0"/>
      <dgm:spPr/>
    </dgm:pt>
    <dgm:pt modelId="{9FE6338E-B979-4B65-845A-68145FBA7C2B}" type="pres">
      <dgm:prSet presAssocID="{F29A9B8B-9942-4CBE-BA18-4A27F6E6F1CB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91B4504-2E41-438F-A761-6C0497ECB4FB}" type="pres">
      <dgm:prSet presAssocID="{F29A9B8B-9942-4CBE-BA18-4A27F6E6F1CB}" presName="descendantText" presStyleLbl="alignAcc1" presStyleIdx="1" presStyleCnt="3">
        <dgm:presLayoutVars>
          <dgm:bulletEnabled val="1"/>
        </dgm:presLayoutVars>
      </dgm:prSet>
      <dgm:spPr/>
    </dgm:pt>
    <dgm:pt modelId="{A1E2BA1F-6546-47A0-88DA-578EF32968FD}" type="pres">
      <dgm:prSet presAssocID="{460AC2F1-21B8-415F-B9E2-6DAA2C5CE5A8}" presName="sp" presStyleCnt="0"/>
      <dgm:spPr/>
    </dgm:pt>
    <dgm:pt modelId="{C9865DCF-87E0-4210-9922-969FB9991FE6}" type="pres">
      <dgm:prSet presAssocID="{1AEEA697-EE2E-4DF3-AE8B-3DC5257117EB}" presName="composite" presStyleCnt="0"/>
      <dgm:spPr/>
    </dgm:pt>
    <dgm:pt modelId="{9FA2A74E-78EC-4D79-862C-716DFD366F7E}" type="pres">
      <dgm:prSet presAssocID="{1AEEA697-EE2E-4DF3-AE8B-3DC5257117E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79D21D9-C0AD-4BCC-BB5E-69CCBBDD4F02}" type="pres">
      <dgm:prSet presAssocID="{1AEEA697-EE2E-4DF3-AE8B-3DC5257117EB}" presName="descendantText" presStyleLbl="alignAcc1" presStyleIdx="2" presStyleCnt="3" custLinFactNeighborX="675" custLinFactNeighborY="1214">
        <dgm:presLayoutVars>
          <dgm:bulletEnabled val="1"/>
        </dgm:presLayoutVars>
      </dgm:prSet>
      <dgm:spPr/>
    </dgm:pt>
  </dgm:ptLst>
  <dgm:cxnLst>
    <dgm:cxn modelId="{EB7D2C08-E54A-4AC9-AA2A-558F062866EC}" srcId="{F29A9B8B-9942-4CBE-BA18-4A27F6E6F1CB}" destId="{08B766A1-9059-4C47-BE8F-B780B799AF1C}" srcOrd="1" destOrd="0" parTransId="{3D377790-6F0E-4543-A44A-10A50CDECB2D}" sibTransId="{753AD331-09D8-4A5D-ABE1-90DF302893E5}"/>
    <dgm:cxn modelId="{1AF10A0D-1DD0-4D6B-88A7-078D8A14D88C}" type="presOf" srcId="{0440DD9A-4669-4332-B934-4DD8FC240D10}" destId="{36923C83-4793-4AD9-8497-A66799C6CF2D}" srcOrd="0" destOrd="0" presId="urn:microsoft.com/office/officeart/2005/8/layout/chevron2"/>
    <dgm:cxn modelId="{155C2A0F-AF81-4896-AA8E-4823BB1A3B75}" type="presOf" srcId="{221C2A59-BB84-4674-A4DE-B57410CE43E2}" destId="{D79D21D9-C0AD-4BCC-BB5E-69CCBBDD4F02}" srcOrd="0" destOrd="2" presId="urn:microsoft.com/office/officeart/2005/8/layout/chevron2"/>
    <dgm:cxn modelId="{CE004215-2F0E-47B4-A7B1-C69082E67A33}" type="presOf" srcId="{778FCFA8-CE37-4DEB-9980-58521076A4A5}" destId="{D80CCCE0-4025-44D9-846D-CB6FAD777848}" srcOrd="0" destOrd="2" presId="urn:microsoft.com/office/officeart/2005/8/layout/chevron2"/>
    <dgm:cxn modelId="{6FBE9E16-9915-4CD9-8B70-ADE83F59E021}" type="presOf" srcId="{572CD817-1B95-4238-BC7B-B46C1ED15D90}" destId="{D80CCCE0-4025-44D9-846D-CB6FAD777848}" srcOrd="0" destOrd="0" presId="urn:microsoft.com/office/officeart/2005/8/layout/chevron2"/>
    <dgm:cxn modelId="{8AA4EF16-D3C5-4092-82B3-FFDAA7DCD3FE}" type="presOf" srcId="{F29A9B8B-9942-4CBE-BA18-4A27F6E6F1CB}" destId="{9FE6338E-B979-4B65-845A-68145FBA7C2B}" srcOrd="0" destOrd="0" presId="urn:microsoft.com/office/officeart/2005/8/layout/chevron2"/>
    <dgm:cxn modelId="{E34C5C1C-C3D2-47A6-910C-BDCFEE404348}" srcId="{F29A9B8B-9942-4CBE-BA18-4A27F6E6F1CB}" destId="{1E12B351-43C4-47FF-9F43-B37F6D541651}" srcOrd="2" destOrd="0" parTransId="{C794A278-4DD1-4E47-B151-3DC264083F73}" sibTransId="{57D7B8B7-BB82-4986-B7A4-D050D6938EA0}"/>
    <dgm:cxn modelId="{E3D57A28-E11C-4F6B-9F36-DC11E2578513}" srcId="{0440DD9A-4669-4332-B934-4DD8FC240D10}" destId="{F29A9B8B-9942-4CBE-BA18-4A27F6E6F1CB}" srcOrd="1" destOrd="0" parTransId="{C4360B9C-E82C-48DB-8EF7-EC01ACA03723}" sibTransId="{460AC2F1-21B8-415F-B9E2-6DAA2C5CE5A8}"/>
    <dgm:cxn modelId="{15BF122E-96A8-41F6-A8D4-53156B2358A0}" srcId="{1AEEA697-EE2E-4DF3-AE8B-3DC5257117EB}" destId="{221C2A59-BB84-4674-A4DE-B57410CE43E2}" srcOrd="2" destOrd="0" parTransId="{4D3A1E84-8CB3-4388-9400-8A5E3F478B7E}" sibTransId="{B2E4280E-44AC-410A-82C9-2EF5D45347C2}"/>
    <dgm:cxn modelId="{FCD46940-CC24-4B7A-A251-6C0CD3493965}" type="presOf" srcId="{08B766A1-9059-4C47-BE8F-B780B799AF1C}" destId="{091B4504-2E41-438F-A761-6C0497ECB4FB}" srcOrd="0" destOrd="1" presId="urn:microsoft.com/office/officeart/2005/8/layout/chevron2"/>
    <dgm:cxn modelId="{6C17275C-95ED-44CB-BD12-A4F8536E6CF9}" srcId="{EFFA6BA1-BB21-4404-9EBC-437F3A3D3A1E}" destId="{778FCFA8-CE37-4DEB-9980-58521076A4A5}" srcOrd="2" destOrd="0" parTransId="{97EC8AF2-33B5-4DA2-92D4-F70592950CCE}" sibTransId="{379586C9-C8DF-4661-8B1E-EFF60E6A68A2}"/>
    <dgm:cxn modelId="{4BD1E475-5E94-40A1-BFE8-089CE7E156B6}" srcId="{1AEEA697-EE2E-4DF3-AE8B-3DC5257117EB}" destId="{5FCB7FF3-54C6-4593-AB86-58C9D153FFD2}" srcOrd="1" destOrd="0" parTransId="{F3AA7ED9-2EC2-46A9-A793-DD3D4946F658}" sibTransId="{67667F0E-A284-4CC1-9F84-2B6E0D2DC0EA}"/>
    <dgm:cxn modelId="{EDF8CB58-30FF-44BA-8FC6-A70A7D77B7AF}" srcId="{EFFA6BA1-BB21-4404-9EBC-437F3A3D3A1E}" destId="{ED4B68E9-29E1-428A-9FDF-38872EDB6A47}" srcOrd="1" destOrd="0" parTransId="{3210436E-6F82-4B52-AF94-C5648DE361FF}" sibTransId="{1BE19B8D-2B8E-4433-9E14-DE99476DAFC2}"/>
    <dgm:cxn modelId="{D6E88A7A-9D49-4BF7-9C10-2BE99CEB7E86}" srcId="{0440DD9A-4669-4332-B934-4DD8FC240D10}" destId="{1AEEA697-EE2E-4DF3-AE8B-3DC5257117EB}" srcOrd="2" destOrd="0" parTransId="{E2A76460-30D9-4D93-AE05-A9DD8A04E87A}" sibTransId="{600B2E2D-A36F-4530-B2DF-A060929402F5}"/>
    <dgm:cxn modelId="{7F42129A-195D-4655-ADDA-C8E8FF323906}" type="presOf" srcId="{AEC5BF22-D38C-4B2C-A4C2-82FF10976A89}" destId="{D79D21D9-C0AD-4BCC-BB5E-69CCBBDD4F02}" srcOrd="0" destOrd="0" presId="urn:microsoft.com/office/officeart/2005/8/layout/chevron2"/>
    <dgm:cxn modelId="{98496FA8-1F6A-43EE-BE64-7A0A427D8792}" srcId="{0440DD9A-4669-4332-B934-4DD8FC240D10}" destId="{EFFA6BA1-BB21-4404-9EBC-437F3A3D3A1E}" srcOrd="0" destOrd="0" parTransId="{EC8DE853-AD84-46CD-9B36-19CC6EFAC95A}" sibTransId="{1C052D30-55D0-4173-B64F-C5AEBEB55E63}"/>
    <dgm:cxn modelId="{1C07D6A8-58B5-4CC4-B216-8B1664159598}" type="presOf" srcId="{1E12B351-43C4-47FF-9F43-B37F6D541651}" destId="{091B4504-2E41-438F-A761-6C0497ECB4FB}" srcOrd="0" destOrd="2" presId="urn:microsoft.com/office/officeart/2005/8/layout/chevron2"/>
    <dgm:cxn modelId="{B4EA26AC-0824-4ABF-A3EC-CC5BA2CA93AB}" srcId="{EFFA6BA1-BB21-4404-9EBC-437F3A3D3A1E}" destId="{572CD817-1B95-4238-BC7B-B46C1ED15D90}" srcOrd="0" destOrd="0" parTransId="{A45EF8D9-9D7E-4657-BB6D-C86141398EFC}" sibTransId="{23FA7F01-D447-464A-9972-1BF1651C74B7}"/>
    <dgm:cxn modelId="{7B063CAD-7475-4931-8E3F-A6A685720B65}" srcId="{1AEEA697-EE2E-4DF3-AE8B-3DC5257117EB}" destId="{AEC5BF22-D38C-4B2C-A4C2-82FF10976A89}" srcOrd="0" destOrd="0" parTransId="{B8A5D90A-10D8-4DCC-95AF-C95C52FB4F2E}" sibTransId="{7709C576-C4AA-4B85-B0AE-60B84204FE7A}"/>
    <dgm:cxn modelId="{72F86DB0-9BF1-4EC7-89D4-0A9478662CC4}" type="presOf" srcId="{ED4B68E9-29E1-428A-9FDF-38872EDB6A47}" destId="{D80CCCE0-4025-44D9-846D-CB6FAD777848}" srcOrd="0" destOrd="1" presId="urn:microsoft.com/office/officeart/2005/8/layout/chevron2"/>
    <dgm:cxn modelId="{B59006C3-8FA3-459B-90BA-C3C3C8013F18}" srcId="{F29A9B8B-9942-4CBE-BA18-4A27F6E6F1CB}" destId="{5280A389-95CD-4776-B43E-F81FB7464F60}" srcOrd="0" destOrd="0" parTransId="{3BF312B9-7987-4E7A-958D-DCA47C70A5DD}" sibTransId="{C02A416B-E7A5-45EF-B799-9893E2A21EC8}"/>
    <dgm:cxn modelId="{EE025CC4-0FF3-429B-B91B-39634726C2ED}" type="presOf" srcId="{5280A389-95CD-4776-B43E-F81FB7464F60}" destId="{091B4504-2E41-438F-A761-6C0497ECB4FB}" srcOrd="0" destOrd="0" presId="urn:microsoft.com/office/officeart/2005/8/layout/chevron2"/>
    <dgm:cxn modelId="{267847CE-9F1E-4AE1-9109-51E87830FE76}" type="presOf" srcId="{EFFA6BA1-BB21-4404-9EBC-437F3A3D3A1E}" destId="{32BA62C5-096E-4E1E-B639-A941A4657B1D}" srcOrd="0" destOrd="0" presId="urn:microsoft.com/office/officeart/2005/8/layout/chevron2"/>
    <dgm:cxn modelId="{8E36A6E9-3B6F-4284-AB09-BCCEBFA3A5AB}" type="presOf" srcId="{1AEEA697-EE2E-4DF3-AE8B-3DC5257117EB}" destId="{9FA2A74E-78EC-4D79-862C-716DFD366F7E}" srcOrd="0" destOrd="0" presId="urn:microsoft.com/office/officeart/2005/8/layout/chevron2"/>
    <dgm:cxn modelId="{C8AD4AF9-BF13-47E6-9290-D1BB26A43E6A}" type="presOf" srcId="{5FCB7FF3-54C6-4593-AB86-58C9D153FFD2}" destId="{D79D21D9-C0AD-4BCC-BB5E-69CCBBDD4F02}" srcOrd="0" destOrd="1" presId="urn:microsoft.com/office/officeart/2005/8/layout/chevron2"/>
    <dgm:cxn modelId="{FBC223BB-6018-46D0-825D-B30BFCF82044}" type="presParOf" srcId="{36923C83-4793-4AD9-8497-A66799C6CF2D}" destId="{618B2F9E-B1EC-4749-B09A-F1A89CDF69FC}" srcOrd="0" destOrd="0" presId="urn:microsoft.com/office/officeart/2005/8/layout/chevron2"/>
    <dgm:cxn modelId="{4FE56CB8-C9F4-4313-9B20-CE8C9FCE05EE}" type="presParOf" srcId="{618B2F9E-B1EC-4749-B09A-F1A89CDF69FC}" destId="{32BA62C5-096E-4E1E-B639-A941A4657B1D}" srcOrd="0" destOrd="0" presId="urn:microsoft.com/office/officeart/2005/8/layout/chevron2"/>
    <dgm:cxn modelId="{80270750-50A6-40B1-B97E-176A1076BAEC}" type="presParOf" srcId="{618B2F9E-B1EC-4749-B09A-F1A89CDF69FC}" destId="{D80CCCE0-4025-44D9-846D-CB6FAD777848}" srcOrd="1" destOrd="0" presId="urn:microsoft.com/office/officeart/2005/8/layout/chevron2"/>
    <dgm:cxn modelId="{0B3305FB-3437-4355-A1CA-1C1D7A3E5D1F}" type="presParOf" srcId="{36923C83-4793-4AD9-8497-A66799C6CF2D}" destId="{22A38CE7-E30A-40A2-9A0D-E5736CA30F9A}" srcOrd="1" destOrd="0" presId="urn:microsoft.com/office/officeart/2005/8/layout/chevron2"/>
    <dgm:cxn modelId="{CD449E2F-2342-4F5D-8AAC-1F48B7071276}" type="presParOf" srcId="{36923C83-4793-4AD9-8497-A66799C6CF2D}" destId="{556CB60D-9040-4D82-83E6-DB2E82F44509}" srcOrd="2" destOrd="0" presId="urn:microsoft.com/office/officeart/2005/8/layout/chevron2"/>
    <dgm:cxn modelId="{D961669F-E6C3-4B90-B449-6B87182CCB6B}" type="presParOf" srcId="{556CB60D-9040-4D82-83E6-DB2E82F44509}" destId="{9FE6338E-B979-4B65-845A-68145FBA7C2B}" srcOrd="0" destOrd="0" presId="urn:microsoft.com/office/officeart/2005/8/layout/chevron2"/>
    <dgm:cxn modelId="{A44A5632-1DAE-42EB-A407-12342ACC0239}" type="presParOf" srcId="{556CB60D-9040-4D82-83E6-DB2E82F44509}" destId="{091B4504-2E41-438F-A761-6C0497ECB4FB}" srcOrd="1" destOrd="0" presId="urn:microsoft.com/office/officeart/2005/8/layout/chevron2"/>
    <dgm:cxn modelId="{66E4E624-0E49-4768-A9D7-A5C6BE3E484C}" type="presParOf" srcId="{36923C83-4793-4AD9-8497-A66799C6CF2D}" destId="{A1E2BA1F-6546-47A0-88DA-578EF32968FD}" srcOrd="3" destOrd="0" presId="urn:microsoft.com/office/officeart/2005/8/layout/chevron2"/>
    <dgm:cxn modelId="{594D8449-8FFE-4321-8E5E-3316700E81FA}" type="presParOf" srcId="{36923C83-4793-4AD9-8497-A66799C6CF2D}" destId="{C9865DCF-87E0-4210-9922-969FB9991FE6}" srcOrd="4" destOrd="0" presId="urn:microsoft.com/office/officeart/2005/8/layout/chevron2"/>
    <dgm:cxn modelId="{4006A822-A1FF-489A-A84D-4E54756E2279}" type="presParOf" srcId="{C9865DCF-87E0-4210-9922-969FB9991FE6}" destId="{9FA2A74E-78EC-4D79-862C-716DFD366F7E}" srcOrd="0" destOrd="0" presId="urn:microsoft.com/office/officeart/2005/8/layout/chevron2"/>
    <dgm:cxn modelId="{439677CE-7F9F-498C-B1D8-81D0D719FDD4}" type="presParOf" srcId="{C9865DCF-87E0-4210-9922-969FB9991FE6}" destId="{D79D21D9-C0AD-4BCC-BB5E-69CCBBDD4F0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40DD9A-4669-4332-B934-4DD8FC240D10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FA6BA1-BB21-4404-9EBC-437F3A3D3A1E}">
      <dgm:prSet phldrT="[Text]" phldr="0"/>
      <dgm:spPr/>
      <dgm:t>
        <a:bodyPr/>
        <a:lstStyle/>
        <a:p>
          <a:r>
            <a:rPr lang="en-US" dirty="0"/>
            <a:t>Load Image</a:t>
          </a:r>
        </a:p>
      </dgm:t>
    </dgm:pt>
    <dgm:pt modelId="{EC8DE853-AD84-46CD-9B36-19CC6EFAC95A}" type="parTrans" cxnId="{98496FA8-1F6A-43EE-BE64-7A0A427D8792}">
      <dgm:prSet/>
      <dgm:spPr/>
      <dgm:t>
        <a:bodyPr/>
        <a:lstStyle/>
        <a:p>
          <a:endParaRPr lang="en-US"/>
        </a:p>
      </dgm:t>
    </dgm:pt>
    <dgm:pt modelId="{1C052D30-55D0-4173-B64F-C5AEBEB55E63}" type="sibTrans" cxnId="{98496FA8-1F6A-43EE-BE64-7A0A427D8792}">
      <dgm:prSet/>
      <dgm:spPr/>
      <dgm:t>
        <a:bodyPr/>
        <a:lstStyle/>
        <a:p>
          <a:endParaRPr lang="en-US"/>
        </a:p>
      </dgm:t>
    </dgm:pt>
    <dgm:pt modelId="{572CD817-1B95-4238-BC7B-B46C1ED15D90}">
      <dgm:prSet phldrT="[Text]" phldr="0"/>
      <dgm:spPr/>
      <dgm:t>
        <a:bodyPr/>
        <a:lstStyle/>
        <a:p>
          <a:r>
            <a:rPr lang="en-US" dirty="0"/>
            <a:t>Opens the File and extract the Header and Info Header</a:t>
          </a:r>
        </a:p>
      </dgm:t>
    </dgm:pt>
    <dgm:pt modelId="{A45EF8D9-9D7E-4657-BB6D-C86141398EFC}" type="parTrans" cxnId="{B4EA26AC-0824-4ABF-A3EC-CC5BA2CA93AB}">
      <dgm:prSet/>
      <dgm:spPr/>
      <dgm:t>
        <a:bodyPr/>
        <a:lstStyle/>
        <a:p>
          <a:endParaRPr lang="en-US"/>
        </a:p>
      </dgm:t>
    </dgm:pt>
    <dgm:pt modelId="{23FA7F01-D447-464A-9972-1BF1651C74B7}" type="sibTrans" cxnId="{B4EA26AC-0824-4ABF-A3EC-CC5BA2CA93AB}">
      <dgm:prSet/>
      <dgm:spPr/>
      <dgm:t>
        <a:bodyPr/>
        <a:lstStyle/>
        <a:p>
          <a:endParaRPr lang="en-US"/>
        </a:p>
      </dgm:t>
    </dgm:pt>
    <dgm:pt modelId="{ED4B68E9-29E1-428A-9FDF-38872EDB6A47}">
      <dgm:prSet phldrT="[Text]" phldr="0"/>
      <dgm:spPr/>
      <dgm:t>
        <a:bodyPr/>
        <a:lstStyle/>
        <a:p>
          <a:r>
            <a:rPr lang="en-US" dirty="0"/>
            <a:t>Checks if it is correct type</a:t>
          </a:r>
        </a:p>
      </dgm:t>
    </dgm:pt>
    <dgm:pt modelId="{3210436E-6F82-4B52-AF94-C5648DE361FF}" type="parTrans" cxnId="{EDF8CB58-30FF-44BA-8FC6-A70A7D77B7AF}">
      <dgm:prSet/>
      <dgm:spPr/>
      <dgm:t>
        <a:bodyPr/>
        <a:lstStyle/>
        <a:p>
          <a:endParaRPr lang="en-US"/>
        </a:p>
      </dgm:t>
    </dgm:pt>
    <dgm:pt modelId="{1BE19B8D-2B8E-4433-9E14-DE99476DAFC2}" type="sibTrans" cxnId="{EDF8CB58-30FF-44BA-8FC6-A70A7D77B7AF}">
      <dgm:prSet/>
      <dgm:spPr/>
      <dgm:t>
        <a:bodyPr/>
        <a:lstStyle/>
        <a:p>
          <a:endParaRPr lang="en-US"/>
        </a:p>
      </dgm:t>
    </dgm:pt>
    <dgm:pt modelId="{F29A9B8B-9942-4CBE-BA18-4A27F6E6F1CB}">
      <dgm:prSet phldrT="[Text]" phldr="0"/>
      <dgm:spPr/>
      <dgm:t>
        <a:bodyPr/>
        <a:lstStyle/>
        <a:p>
          <a:r>
            <a:rPr lang="en-US" dirty="0"/>
            <a:t>Filters/ Templates</a:t>
          </a:r>
        </a:p>
      </dgm:t>
    </dgm:pt>
    <dgm:pt modelId="{C4360B9C-E82C-48DB-8EF7-EC01ACA03723}" type="parTrans" cxnId="{E3D57A28-E11C-4F6B-9F36-DC11E2578513}">
      <dgm:prSet/>
      <dgm:spPr/>
      <dgm:t>
        <a:bodyPr/>
        <a:lstStyle/>
        <a:p>
          <a:endParaRPr lang="en-US"/>
        </a:p>
      </dgm:t>
    </dgm:pt>
    <dgm:pt modelId="{460AC2F1-21B8-415F-B9E2-6DAA2C5CE5A8}" type="sibTrans" cxnId="{E3D57A28-E11C-4F6B-9F36-DC11E2578513}">
      <dgm:prSet/>
      <dgm:spPr/>
      <dgm:t>
        <a:bodyPr/>
        <a:lstStyle/>
        <a:p>
          <a:endParaRPr lang="en-US"/>
        </a:p>
      </dgm:t>
    </dgm:pt>
    <dgm:pt modelId="{5280A389-95CD-4776-B43E-F81FB7464F60}">
      <dgm:prSet phldrT="[Text]" phldr="0"/>
      <dgm:spPr/>
      <dgm:t>
        <a:bodyPr/>
        <a:lstStyle/>
        <a:p>
          <a:r>
            <a:rPr lang="en-US" dirty="0"/>
            <a:t>Calls the respective filters</a:t>
          </a:r>
        </a:p>
      </dgm:t>
    </dgm:pt>
    <dgm:pt modelId="{3BF312B9-7987-4E7A-958D-DCA47C70A5DD}" type="parTrans" cxnId="{B59006C3-8FA3-459B-90BA-C3C3C8013F18}">
      <dgm:prSet/>
      <dgm:spPr/>
      <dgm:t>
        <a:bodyPr/>
        <a:lstStyle/>
        <a:p>
          <a:endParaRPr lang="en-US"/>
        </a:p>
      </dgm:t>
    </dgm:pt>
    <dgm:pt modelId="{C02A416B-E7A5-45EF-B799-9893E2A21EC8}" type="sibTrans" cxnId="{B59006C3-8FA3-459B-90BA-C3C3C8013F18}">
      <dgm:prSet/>
      <dgm:spPr/>
      <dgm:t>
        <a:bodyPr/>
        <a:lstStyle/>
        <a:p>
          <a:endParaRPr lang="en-US"/>
        </a:p>
      </dgm:t>
    </dgm:pt>
    <dgm:pt modelId="{08B766A1-9059-4C47-BE8F-B780B799AF1C}">
      <dgm:prSet phldrT="[Text]" phldr="0"/>
      <dgm:spPr/>
      <dgm:t>
        <a:bodyPr/>
        <a:lstStyle/>
        <a:p>
          <a:r>
            <a:rPr lang="en-US" dirty="0"/>
            <a:t>Filter types e.g.: Grayscale. PFP Templates for popular platforms</a:t>
          </a:r>
        </a:p>
      </dgm:t>
    </dgm:pt>
    <dgm:pt modelId="{3D377790-6F0E-4543-A44A-10A50CDECB2D}" type="parTrans" cxnId="{EB7D2C08-E54A-4AC9-AA2A-558F062866EC}">
      <dgm:prSet/>
      <dgm:spPr/>
      <dgm:t>
        <a:bodyPr/>
        <a:lstStyle/>
        <a:p>
          <a:endParaRPr lang="en-US"/>
        </a:p>
      </dgm:t>
    </dgm:pt>
    <dgm:pt modelId="{753AD331-09D8-4A5D-ABE1-90DF302893E5}" type="sibTrans" cxnId="{EB7D2C08-E54A-4AC9-AA2A-558F062866EC}">
      <dgm:prSet/>
      <dgm:spPr/>
      <dgm:t>
        <a:bodyPr/>
        <a:lstStyle/>
        <a:p>
          <a:endParaRPr lang="en-US"/>
        </a:p>
      </dgm:t>
    </dgm:pt>
    <dgm:pt modelId="{1AEEA697-EE2E-4DF3-AE8B-3DC5257117EB}">
      <dgm:prSet phldrT="[Text]" phldr="0"/>
      <dgm:spPr/>
      <dgm:t>
        <a:bodyPr/>
        <a:lstStyle/>
        <a:p>
          <a:r>
            <a:rPr lang="en-US" dirty="0"/>
            <a:t>Save Image</a:t>
          </a:r>
        </a:p>
      </dgm:t>
    </dgm:pt>
    <dgm:pt modelId="{E2A76460-30D9-4D93-AE05-A9DD8A04E87A}" type="parTrans" cxnId="{D6E88A7A-9D49-4BF7-9C10-2BE99CEB7E86}">
      <dgm:prSet/>
      <dgm:spPr/>
      <dgm:t>
        <a:bodyPr/>
        <a:lstStyle/>
        <a:p>
          <a:endParaRPr lang="en-US"/>
        </a:p>
      </dgm:t>
    </dgm:pt>
    <dgm:pt modelId="{600B2E2D-A36F-4530-B2DF-A060929402F5}" type="sibTrans" cxnId="{D6E88A7A-9D49-4BF7-9C10-2BE99CEB7E86}">
      <dgm:prSet/>
      <dgm:spPr/>
      <dgm:t>
        <a:bodyPr/>
        <a:lstStyle/>
        <a:p>
          <a:endParaRPr lang="en-US"/>
        </a:p>
      </dgm:t>
    </dgm:pt>
    <dgm:pt modelId="{AEC5BF22-D38C-4B2C-A4C2-82FF10976A89}">
      <dgm:prSet phldrT="[Text]" phldr="0"/>
      <dgm:spPr/>
      <dgm:t>
        <a:bodyPr/>
        <a:lstStyle/>
        <a:p>
          <a:pPr algn="l"/>
          <a:r>
            <a:rPr lang="en-US" dirty="0"/>
            <a:t>Writes the new data values into a new file</a:t>
          </a:r>
        </a:p>
      </dgm:t>
    </dgm:pt>
    <dgm:pt modelId="{B8A5D90A-10D8-4DCC-95AF-C95C52FB4F2E}" type="parTrans" cxnId="{7B063CAD-7475-4931-8E3F-A6A685720B65}">
      <dgm:prSet/>
      <dgm:spPr/>
      <dgm:t>
        <a:bodyPr/>
        <a:lstStyle/>
        <a:p>
          <a:endParaRPr lang="en-US"/>
        </a:p>
      </dgm:t>
    </dgm:pt>
    <dgm:pt modelId="{7709C576-C4AA-4B85-B0AE-60B84204FE7A}" type="sibTrans" cxnId="{7B063CAD-7475-4931-8E3F-A6A685720B65}">
      <dgm:prSet/>
      <dgm:spPr/>
      <dgm:t>
        <a:bodyPr/>
        <a:lstStyle/>
        <a:p>
          <a:endParaRPr lang="en-US"/>
        </a:p>
      </dgm:t>
    </dgm:pt>
    <dgm:pt modelId="{778FCFA8-CE37-4DEB-9980-58521076A4A5}">
      <dgm:prSet phldrT="[Text]" phldr="0"/>
      <dgm:spPr/>
      <dgm:t>
        <a:bodyPr/>
        <a:lstStyle/>
        <a:p>
          <a:r>
            <a:rPr lang="en-US" dirty="0"/>
            <a:t>Stores the pixel data in a dynamic memory</a:t>
          </a:r>
        </a:p>
      </dgm:t>
    </dgm:pt>
    <dgm:pt modelId="{97EC8AF2-33B5-4DA2-92D4-F70592950CCE}" type="parTrans" cxnId="{6C17275C-95ED-44CB-BD12-A4F8536E6CF9}">
      <dgm:prSet/>
      <dgm:spPr/>
      <dgm:t>
        <a:bodyPr/>
        <a:lstStyle/>
        <a:p>
          <a:endParaRPr lang="en-US"/>
        </a:p>
      </dgm:t>
    </dgm:pt>
    <dgm:pt modelId="{379586C9-C8DF-4661-8B1E-EFF60E6A68A2}" type="sibTrans" cxnId="{6C17275C-95ED-44CB-BD12-A4F8536E6CF9}">
      <dgm:prSet/>
      <dgm:spPr/>
      <dgm:t>
        <a:bodyPr/>
        <a:lstStyle/>
        <a:p>
          <a:endParaRPr lang="en-US"/>
        </a:p>
      </dgm:t>
    </dgm:pt>
    <dgm:pt modelId="{1E12B351-43C4-47FF-9F43-B37F6D541651}">
      <dgm:prSet phldrT="[Text]" phldr="0"/>
      <dgm:spPr/>
      <dgm:t>
        <a:bodyPr/>
        <a:lstStyle/>
        <a:p>
          <a:r>
            <a:rPr lang="en-US" dirty="0"/>
            <a:t>Updates the Header, Info Header etc.</a:t>
          </a:r>
        </a:p>
      </dgm:t>
    </dgm:pt>
    <dgm:pt modelId="{C794A278-4DD1-4E47-B151-3DC264083F73}" type="parTrans" cxnId="{E34C5C1C-C3D2-47A6-910C-BDCFEE404348}">
      <dgm:prSet/>
      <dgm:spPr/>
      <dgm:t>
        <a:bodyPr/>
        <a:lstStyle/>
        <a:p>
          <a:endParaRPr lang="en-US"/>
        </a:p>
      </dgm:t>
    </dgm:pt>
    <dgm:pt modelId="{57D7B8B7-BB82-4986-B7A4-D050D6938EA0}" type="sibTrans" cxnId="{E34C5C1C-C3D2-47A6-910C-BDCFEE404348}">
      <dgm:prSet/>
      <dgm:spPr/>
      <dgm:t>
        <a:bodyPr/>
        <a:lstStyle/>
        <a:p>
          <a:endParaRPr lang="en-US"/>
        </a:p>
      </dgm:t>
    </dgm:pt>
    <dgm:pt modelId="{36923C83-4793-4AD9-8497-A66799C6CF2D}" type="pres">
      <dgm:prSet presAssocID="{0440DD9A-4669-4332-B934-4DD8FC240D10}" presName="linearFlow" presStyleCnt="0">
        <dgm:presLayoutVars>
          <dgm:dir/>
          <dgm:animLvl val="lvl"/>
          <dgm:resizeHandles val="exact"/>
        </dgm:presLayoutVars>
      </dgm:prSet>
      <dgm:spPr/>
    </dgm:pt>
    <dgm:pt modelId="{618B2F9E-B1EC-4749-B09A-F1A89CDF69FC}" type="pres">
      <dgm:prSet presAssocID="{EFFA6BA1-BB21-4404-9EBC-437F3A3D3A1E}" presName="composite" presStyleCnt="0"/>
      <dgm:spPr/>
    </dgm:pt>
    <dgm:pt modelId="{32BA62C5-096E-4E1E-B639-A941A4657B1D}" type="pres">
      <dgm:prSet presAssocID="{EFFA6BA1-BB21-4404-9EBC-437F3A3D3A1E}" presName="parentText" presStyleLbl="alignNode1" presStyleIdx="0" presStyleCnt="3" custLinFactNeighborX="-3382">
        <dgm:presLayoutVars>
          <dgm:chMax val="1"/>
          <dgm:bulletEnabled val="1"/>
        </dgm:presLayoutVars>
      </dgm:prSet>
      <dgm:spPr/>
    </dgm:pt>
    <dgm:pt modelId="{D80CCCE0-4025-44D9-846D-CB6FAD777848}" type="pres">
      <dgm:prSet presAssocID="{EFFA6BA1-BB21-4404-9EBC-437F3A3D3A1E}" presName="descendantText" presStyleLbl="alignAcc1" presStyleIdx="0" presStyleCnt="3" custLinFactNeighborX="675" custLinFactNeighborY="3642">
        <dgm:presLayoutVars>
          <dgm:bulletEnabled val="1"/>
        </dgm:presLayoutVars>
      </dgm:prSet>
      <dgm:spPr/>
    </dgm:pt>
    <dgm:pt modelId="{22A38CE7-E30A-40A2-9A0D-E5736CA30F9A}" type="pres">
      <dgm:prSet presAssocID="{1C052D30-55D0-4173-B64F-C5AEBEB55E63}" presName="sp" presStyleCnt="0"/>
      <dgm:spPr/>
    </dgm:pt>
    <dgm:pt modelId="{556CB60D-9040-4D82-83E6-DB2E82F44509}" type="pres">
      <dgm:prSet presAssocID="{F29A9B8B-9942-4CBE-BA18-4A27F6E6F1CB}" presName="composite" presStyleCnt="0"/>
      <dgm:spPr/>
    </dgm:pt>
    <dgm:pt modelId="{9FE6338E-B979-4B65-845A-68145FBA7C2B}" type="pres">
      <dgm:prSet presAssocID="{F29A9B8B-9942-4CBE-BA18-4A27F6E6F1CB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91B4504-2E41-438F-A761-6C0497ECB4FB}" type="pres">
      <dgm:prSet presAssocID="{F29A9B8B-9942-4CBE-BA18-4A27F6E6F1CB}" presName="descendantText" presStyleLbl="alignAcc1" presStyleIdx="1" presStyleCnt="3">
        <dgm:presLayoutVars>
          <dgm:bulletEnabled val="1"/>
        </dgm:presLayoutVars>
      </dgm:prSet>
      <dgm:spPr/>
    </dgm:pt>
    <dgm:pt modelId="{A1E2BA1F-6546-47A0-88DA-578EF32968FD}" type="pres">
      <dgm:prSet presAssocID="{460AC2F1-21B8-415F-B9E2-6DAA2C5CE5A8}" presName="sp" presStyleCnt="0"/>
      <dgm:spPr/>
    </dgm:pt>
    <dgm:pt modelId="{C9865DCF-87E0-4210-9922-969FB9991FE6}" type="pres">
      <dgm:prSet presAssocID="{1AEEA697-EE2E-4DF3-AE8B-3DC5257117EB}" presName="composite" presStyleCnt="0"/>
      <dgm:spPr/>
    </dgm:pt>
    <dgm:pt modelId="{9FA2A74E-78EC-4D79-862C-716DFD366F7E}" type="pres">
      <dgm:prSet presAssocID="{1AEEA697-EE2E-4DF3-AE8B-3DC5257117EB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79D21D9-C0AD-4BCC-BB5E-69CCBBDD4F02}" type="pres">
      <dgm:prSet presAssocID="{1AEEA697-EE2E-4DF3-AE8B-3DC5257117EB}" presName="descendantText" presStyleLbl="alignAcc1" presStyleIdx="2" presStyleCnt="3" custLinFactNeighborX="675" custLinFactNeighborY="1214">
        <dgm:presLayoutVars>
          <dgm:bulletEnabled val="1"/>
        </dgm:presLayoutVars>
      </dgm:prSet>
      <dgm:spPr/>
    </dgm:pt>
  </dgm:ptLst>
  <dgm:cxnLst>
    <dgm:cxn modelId="{EB7D2C08-E54A-4AC9-AA2A-558F062866EC}" srcId="{F29A9B8B-9942-4CBE-BA18-4A27F6E6F1CB}" destId="{08B766A1-9059-4C47-BE8F-B780B799AF1C}" srcOrd="1" destOrd="0" parTransId="{3D377790-6F0E-4543-A44A-10A50CDECB2D}" sibTransId="{753AD331-09D8-4A5D-ABE1-90DF302893E5}"/>
    <dgm:cxn modelId="{1AF10A0D-1DD0-4D6B-88A7-078D8A14D88C}" type="presOf" srcId="{0440DD9A-4669-4332-B934-4DD8FC240D10}" destId="{36923C83-4793-4AD9-8497-A66799C6CF2D}" srcOrd="0" destOrd="0" presId="urn:microsoft.com/office/officeart/2005/8/layout/chevron2"/>
    <dgm:cxn modelId="{CE004215-2F0E-47B4-A7B1-C69082E67A33}" type="presOf" srcId="{778FCFA8-CE37-4DEB-9980-58521076A4A5}" destId="{D80CCCE0-4025-44D9-846D-CB6FAD777848}" srcOrd="0" destOrd="2" presId="urn:microsoft.com/office/officeart/2005/8/layout/chevron2"/>
    <dgm:cxn modelId="{6FBE9E16-9915-4CD9-8B70-ADE83F59E021}" type="presOf" srcId="{572CD817-1B95-4238-BC7B-B46C1ED15D90}" destId="{D80CCCE0-4025-44D9-846D-CB6FAD777848}" srcOrd="0" destOrd="0" presId="urn:microsoft.com/office/officeart/2005/8/layout/chevron2"/>
    <dgm:cxn modelId="{8AA4EF16-D3C5-4092-82B3-FFDAA7DCD3FE}" type="presOf" srcId="{F29A9B8B-9942-4CBE-BA18-4A27F6E6F1CB}" destId="{9FE6338E-B979-4B65-845A-68145FBA7C2B}" srcOrd="0" destOrd="0" presId="urn:microsoft.com/office/officeart/2005/8/layout/chevron2"/>
    <dgm:cxn modelId="{E34C5C1C-C3D2-47A6-910C-BDCFEE404348}" srcId="{F29A9B8B-9942-4CBE-BA18-4A27F6E6F1CB}" destId="{1E12B351-43C4-47FF-9F43-B37F6D541651}" srcOrd="2" destOrd="0" parTransId="{C794A278-4DD1-4E47-B151-3DC264083F73}" sibTransId="{57D7B8B7-BB82-4986-B7A4-D050D6938EA0}"/>
    <dgm:cxn modelId="{E3D57A28-E11C-4F6B-9F36-DC11E2578513}" srcId="{0440DD9A-4669-4332-B934-4DD8FC240D10}" destId="{F29A9B8B-9942-4CBE-BA18-4A27F6E6F1CB}" srcOrd="1" destOrd="0" parTransId="{C4360B9C-E82C-48DB-8EF7-EC01ACA03723}" sibTransId="{460AC2F1-21B8-415F-B9E2-6DAA2C5CE5A8}"/>
    <dgm:cxn modelId="{FCD46940-CC24-4B7A-A251-6C0CD3493965}" type="presOf" srcId="{08B766A1-9059-4C47-BE8F-B780B799AF1C}" destId="{091B4504-2E41-438F-A761-6C0497ECB4FB}" srcOrd="0" destOrd="1" presId="urn:microsoft.com/office/officeart/2005/8/layout/chevron2"/>
    <dgm:cxn modelId="{6C17275C-95ED-44CB-BD12-A4F8536E6CF9}" srcId="{EFFA6BA1-BB21-4404-9EBC-437F3A3D3A1E}" destId="{778FCFA8-CE37-4DEB-9980-58521076A4A5}" srcOrd="2" destOrd="0" parTransId="{97EC8AF2-33B5-4DA2-92D4-F70592950CCE}" sibTransId="{379586C9-C8DF-4661-8B1E-EFF60E6A68A2}"/>
    <dgm:cxn modelId="{EDF8CB58-30FF-44BA-8FC6-A70A7D77B7AF}" srcId="{EFFA6BA1-BB21-4404-9EBC-437F3A3D3A1E}" destId="{ED4B68E9-29E1-428A-9FDF-38872EDB6A47}" srcOrd="1" destOrd="0" parTransId="{3210436E-6F82-4B52-AF94-C5648DE361FF}" sibTransId="{1BE19B8D-2B8E-4433-9E14-DE99476DAFC2}"/>
    <dgm:cxn modelId="{D6E88A7A-9D49-4BF7-9C10-2BE99CEB7E86}" srcId="{0440DD9A-4669-4332-B934-4DD8FC240D10}" destId="{1AEEA697-EE2E-4DF3-AE8B-3DC5257117EB}" srcOrd="2" destOrd="0" parTransId="{E2A76460-30D9-4D93-AE05-A9DD8A04E87A}" sibTransId="{600B2E2D-A36F-4530-B2DF-A060929402F5}"/>
    <dgm:cxn modelId="{7F42129A-195D-4655-ADDA-C8E8FF323906}" type="presOf" srcId="{AEC5BF22-D38C-4B2C-A4C2-82FF10976A89}" destId="{D79D21D9-C0AD-4BCC-BB5E-69CCBBDD4F02}" srcOrd="0" destOrd="0" presId="urn:microsoft.com/office/officeart/2005/8/layout/chevron2"/>
    <dgm:cxn modelId="{98496FA8-1F6A-43EE-BE64-7A0A427D8792}" srcId="{0440DD9A-4669-4332-B934-4DD8FC240D10}" destId="{EFFA6BA1-BB21-4404-9EBC-437F3A3D3A1E}" srcOrd="0" destOrd="0" parTransId="{EC8DE853-AD84-46CD-9B36-19CC6EFAC95A}" sibTransId="{1C052D30-55D0-4173-B64F-C5AEBEB55E63}"/>
    <dgm:cxn modelId="{1C07D6A8-58B5-4CC4-B216-8B1664159598}" type="presOf" srcId="{1E12B351-43C4-47FF-9F43-B37F6D541651}" destId="{091B4504-2E41-438F-A761-6C0497ECB4FB}" srcOrd="0" destOrd="2" presId="urn:microsoft.com/office/officeart/2005/8/layout/chevron2"/>
    <dgm:cxn modelId="{B4EA26AC-0824-4ABF-A3EC-CC5BA2CA93AB}" srcId="{EFFA6BA1-BB21-4404-9EBC-437F3A3D3A1E}" destId="{572CD817-1B95-4238-BC7B-B46C1ED15D90}" srcOrd="0" destOrd="0" parTransId="{A45EF8D9-9D7E-4657-BB6D-C86141398EFC}" sibTransId="{23FA7F01-D447-464A-9972-1BF1651C74B7}"/>
    <dgm:cxn modelId="{7B063CAD-7475-4931-8E3F-A6A685720B65}" srcId="{1AEEA697-EE2E-4DF3-AE8B-3DC5257117EB}" destId="{AEC5BF22-D38C-4B2C-A4C2-82FF10976A89}" srcOrd="0" destOrd="0" parTransId="{B8A5D90A-10D8-4DCC-95AF-C95C52FB4F2E}" sibTransId="{7709C576-C4AA-4B85-B0AE-60B84204FE7A}"/>
    <dgm:cxn modelId="{72F86DB0-9BF1-4EC7-89D4-0A9478662CC4}" type="presOf" srcId="{ED4B68E9-29E1-428A-9FDF-38872EDB6A47}" destId="{D80CCCE0-4025-44D9-846D-CB6FAD777848}" srcOrd="0" destOrd="1" presId="urn:microsoft.com/office/officeart/2005/8/layout/chevron2"/>
    <dgm:cxn modelId="{B59006C3-8FA3-459B-90BA-C3C3C8013F18}" srcId="{F29A9B8B-9942-4CBE-BA18-4A27F6E6F1CB}" destId="{5280A389-95CD-4776-B43E-F81FB7464F60}" srcOrd="0" destOrd="0" parTransId="{3BF312B9-7987-4E7A-958D-DCA47C70A5DD}" sibTransId="{C02A416B-E7A5-45EF-B799-9893E2A21EC8}"/>
    <dgm:cxn modelId="{EE025CC4-0FF3-429B-B91B-39634726C2ED}" type="presOf" srcId="{5280A389-95CD-4776-B43E-F81FB7464F60}" destId="{091B4504-2E41-438F-A761-6C0497ECB4FB}" srcOrd="0" destOrd="0" presId="urn:microsoft.com/office/officeart/2005/8/layout/chevron2"/>
    <dgm:cxn modelId="{267847CE-9F1E-4AE1-9109-51E87830FE76}" type="presOf" srcId="{EFFA6BA1-BB21-4404-9EBC-437F3A3D3A1E}" destId="{32BA62C5-096E-4E1E-B639-A941A4657B1D}" srcOrd="0" destOrd="0" presId="urn:microsoft.com/office/officeart/2005/8/layout/chevron2"/>
    <dgm:cxn modelId="{8E36A6E9-3B6F-4284-AB09-BCCEBFA3A5AB}" type="presOf" srcId="{1AEEA697-EE2E-4DF3-AE8B-3DC5257117EB}" destId="{9FA2A74E-78EC-4D79-862C-716DFD366F7E}" srcOrd="0" destOrd="0" presId="urn:microsoft.com/office/officeart/2005/8/layout/chevron2"/>
    <dgm:cxn modelId="{FBC223BB-6018-46D0-825D-B30BFCF82044}" type="presParOf" srcId="{36923C83-4793-4AD9-8497-A66799C6CF2D}" destId="{618B2F9E-B1EC-4749-B09A-F1A89CDF69FC}" srcOrd="0" destOrd="0" presId="urn:microsoft.com/office/officeart/2005/8/layout/chevron2"/>
    <dgm:cxn modelId="{4FE56CB8-C9F4-4313-9B20-CE8C9FCE05EE}" type="presParOf" srcId="{618B2F9E-B1EC-4749-B09A-F1A89CDF69FC}" destId="{32BA62C5-096E-4E1E-B639-A941A4657B1D}" srcOrd="0" destOrd="0" presId="urn:microsoft.com/office/officeart/2005/8/layout/chevron2"/>
    <dgm:cxn modelId="{80270750-50A6-40B1-B97E-176A1076BAEC}" type="presParOf" srcId="{618B2F9E-B1EC-4749-B09A-F1A89CDF69FC}" destId="{D80CCCE0-4025-44D9-846D-CB6FAD777848}" srcOrd="1" destOrd="0" presId="urn:microsoft.com/office/officeart/2005/8/layout/chevron2"/>
    <dgm:cxn modelId="{0B3305FB-3437-4355-A1CA-1C1D7A3E5D1F}" type="presParOf" srcId="{36923C83-4793-4AD9-8497-A66799C6CF2D}" destId="{22A38CE7-E30A-40A2-9A0D-E5736CA30F9A}" srcOrd="1" destOrd="0" presId="urn:microsoft.com/office/officeart/2005/8/layout/chevron2"/>
    <dgm:cxn modelId="{CD449E2F-2342-4F5D-8AAC-1F48B7071276}" type="presParOf" srcId="{36923C83-4793-4AD9-8497-A66799C6CF2D}" destId="{556CB60D-9040-4D82-83E6-DB2E82F44509}" srcOrd="2" destOrd="0" presId="urn:microsoft.com/office/officeart/2005/8/layout/chevron2"/>
    <dgm:cxn modelId="{D961669F-E6C3-4B90-B449-6B87182CCB6B}" type="presParOf" srcId="{556CB60D-9040-4D82-83E6-DB2E82F44509}" destId="{9FE6338E-B979-4B65-845A-68145FBA7C2B}" srcOrd="0" destOrd="0" presId="urn:microsoft.com/office/officeart/2005/8/layout/chevron2"/>
    <dgm:cxn modelId="{A44A5632-1DAE-42EB-A407-12342ACC0239}" type="presParOf" srcId="{556CB60D-9040-4D82-83E6-DB2E82F44509}" destId="{091B4504-2E41-438F-A761-6C0497ECB4FB}" srcOrd="1" destOrd="0" presId="urn:microsoft.com/office/officeart/2005/8/layout/chevron2"/>
    <dgm:cxn modelId="{66E4E624-0E49-4768-A9D7-A5C6BE3E484C}" type="presParOf" srcId="{36923C83-4793-4AD9-8497-A66799C6CF2D}" destId="{A1E2BA1F-6546-47A0-88DA-578EF32968FD}" srcOrd="3" destOrd="0" presId="urn:microsoft.com/office/officeart/2005/8/layout/chevron2"/>
    <dgm:cxn modelId="{594D8449-8FFE-4321-8E5E-3316700E81FA}" type="presParOf" srcId="{36923C83-4793-4AD9-8497-A66799C6CF2D}" destId="{C9865DCF-87E0-4210-9922-969FB9991FE6}" srcOrd="4" destOrd="0" presId="urn:microsoft.com/office/officeart/2005/8/layout/chevron2"/>
    <dgm:cxn modelId="{4006A822-A1FF-489A-A84D-4E54756E2279}" type="presParOf" srcId="{C9865DCF-87E0-4210-9922-969FB9991FE6}" destId="{9FA2A74E-78EC-4D79-862C-716DFD366F7E}" srcOrd="0" destOrd="0" presId="urn:microsoft.com/office/officeart/2005/8/layout/chevron2"/>
    <dgm:cxn modelId="{439677CE-7F9F-498C-B1D8-81D0D719FDD4}" type="presParOf" srcId="{C9865DCF-87E0-4210-9922-969FB9991FE6}" destId="{D79D21D9-C0AD-4BCC-BB5E-69CCBBDD4F0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A62C5-096E-4E1E-B639-A941A4657B1D}">
      <dsp:nvSpPr>
        <dsp:cNvPr id="0" name=""/>
        <dsp:cNvSpPr/>
      </dsp:nvSpPr>
      <dsp:spPr>
        <a:xfrm rot="5400000">
          <a:off x="-289718" y="292805"/>
          <a:ext cx="1931458" cy="135202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Sign Up</a:t>
          </a:r>
        </a:p>
      </dsp:txBody>
      <dsp:txXfrm rot="-5400000">
        <a:off x="1" y="679096"/>
        <a:ext cx="1352020" cy="579438"/>
      </dsp:txXfrm>
    </dsp:sp>
    <dsp:sp modelId="{D80CCCE0-4025-44D9-846D-CB6FAD777848}">
      <dsp:nvSpPr>
        <dsp:cNvPr id="0" name=""/>
        <dsp:cNvSpPr/>
      </dsp:nvSpPr>
      <dsp:spPr>
        <a:xfrm rot="5400000">
          <a:off x="4112286" y="-2711455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Unique Username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Confirm Password check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Encrypt Password and stores in local file</a:t>
          </a:r>
        </a:p>
      </dsp:txBody>
      <dsp:txXfrm rot="-5400000">
        <a:off x="1352020" y="110097"/>
        <a:ext cx="6714693" cy="1132875"/>
      </dsp:txXfrm>
    </dsp:sp>
    <dsp:sp modelId="{9FE6338E-B979-4B65-845A-68145FBA7C2B}">
      <dsp:nvSpPr>
        <dsp:cNvPr id="0" name=""/>
        <dsp:cNvSpPr/>
      </dsp:nvSpPr>
      <dsp:spPr>
        <a:xfrm rot="5400000">
          <a:off x="-289718" y="2033323"/>
          <a:ext cx="1931458" cy="1352020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Login</a:t>
          </a:r>
        </a:p>
      </dsp:txBody>
      <dsp:txXfrm rot="-5400000">
        <a:off x="1" y="2419614"/>
        <a:ext cx="1352020" cy="579438"/>
      </dsp:txXfrm>
    </dsp:sp>
    <dsp:sp modelId="{091B4504-2E41-438F-A761-6C0497ECB4FB}">
      <dsp:nvSpPr>
        <dsp:cNvPr id="0" name=""/>
        <dsp:cNvSpPr/>
      </dsp:nvSpPr>
      <dsp:spPr>
        <a:xfrm rot="5400000">
          <a:off x="4112286" y="-1016661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Username matches then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Decrypt the respective password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If match go to main screen</a:t>
          </a:r>
        </a:p>
      </dsp:txBody>
      <dsp:txXfrm rot="-5400000">
        <a:off x="1352020" y="1804891"/>
        <a:ext cx="6714693" cy="1132875"/>
      </dsp:txXfrm>
    </dsp:sp>
    <dsp:sp modelId="{9FA2A74E-78EC-4D79-862C-716DFD366F7E}">
      <dsp:nvSpPr>
        <dsp:cNvPr id="0" name=""/>
        <dsp:cNvSpPr/>
      </dsp:nvSpPr>
      <dsp:spPr>
        <a:xfrm rot="5400000">
          <a:off x="-289718" y="3773840"/>
          <a:ext cx="1931458" cy="1352020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Encryption</a:t>
          </a:r>
        </a:p>
      </dsp:txBody>
      <dsp:txXfrm rot="-5400000">
        <a:off x="1" y="4160131"/>
        <a:ext cx="1352020" cy="579438"/>
      </dsp:txXfrm>
    </dsp:sp>
    <dsp:sp modelId="{D79D21D9-C0AD-4BCC-BB5E-69CCBBDD4F02}">
      <dsp:nvSpPr>
        <dsp:cNvPr id="0" name=""/>
        <dsp:cNvSpPr/>
      </dsp:nvSpPr>
      <dsp:spPr>
        <a:xfrm rot="5400000">
          <a:off x="4112286" y="739097"/>
          <a:ext cx="1255447" cy="67759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Takes in plain text, strips new line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XOR encryption and stores in Hexa Values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Decrypts using XOR again</a:t>
          </a:r>
        </a:p>
      </dsp:txBody>
      <dsp:txXfrm rot="-5400000">
        <a:off x="1352020" y="3560649"/>
        <a:ext cx="6714693" cy="11328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A62C5-096E-4E1E-B639-A941A4657B1D}">
      <dsp:nvSpPr>
        <dsp:cNvPr id="0" name=""/>
        <dsp:cNvSpPr/>
      </dsp:nvSpPr>
      <dsp:spPr>
        <a:xfrm rot="5400000">
          <a:off x="-308364" y="310476"/>
          <a:ext cx="2055762" cy="143903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Load Image</a:t>
          </a:r>
        </a:p>
      </dsp:txBody>
      <dsp:txXfrm rot="-5400000">
        <a:off x="0" y="721629"/>
        <a:ext cx="1439034" cy="616728"/>
      </dsp:txXfrm>
    </dsp:sp>
    <dsp:sp modelId="{D80CCCE0-4025-44D9-846D-CB6FAD777848}">
      <dsp:nvSpPr>
        <dsp:cNvPr id="0" name=""/>
        <dsp:cNvSpPr/>
      </dsp:nvSpPr>
      <dsp:spPr>
        <a:xfrm rot="5400000">
          <a:off x="5309194" y="-3819382"/>
          <a:ext cx="1336245" cy="90765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Opens the File and extract the Header and Info Header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Checks if it is correct type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Stores the pixel data in a dynamic memory</a:t>
          </a:r>
        </a:p>
      </dsp:txBody>
      <dsp:txXfrm rot="-5400000">
        <a:off x="1439034" y="116008"/>
        <a:ext cx="9011335" cy="1205785"/>
      </dsp:txXfrm>
    </dsp:sp>
    <dsp:sp modelId="{9FE6338E-B979-4B65-845A-68145FBA7C2B}">
      <dsp:nvSpPr>
        <dsp:cNvPr id="0" name=""/>
        <dsp:cNvSpPr/>
      </dsp:nvSpPr>
      <dsp:spPr>
        <a:xfrm rot="5400000">
          <a:off x="-308364" y="2176082"/>
          <a:ext cx="2055762" cy="1439034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Filters/ Templates</a:t>
          </a:r>
        </a:p>
      </dsp:txBody>
      <dsp:txXfrm rot="-5400000">
        <a:off x="0" y="2587235"/>
        <a:ext cx="1439034" cy="616728"/>
      </dsp:txXfrm>
    </dsp:sp>
    <dsp:sp modelId="{091B4504-2E41-438F-A761-6C0497ECB4FB}">
      <dsp:nvSpPr>
        <dsp:cNvPr id="0" name=""/>
        <dsp:cNvSpPr/>
      </dsp:nvSpPr>
      <dsp:spPr>
        <a:xfrm rot="5400000">
          <a:off x="5309194" y="-2002441"/>
          <a:ext cx="1336245" cy="90765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Calls the respective filters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Filter types e.g.: Grayscale. PFP Templates for popular platforms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Updates the Header, Info Header etc.</a:t>
          </a:r>
        </a:p>
      </dsp:txBody>
      <dsp:txXfrm rot="-5400000">
        <a:off x="1439034" y="1932949"/>
        <a:ext cx="9011335" cy="1205785"/>
      </dsp:txXfrm>
    </dsp:sp>
    <dsp:sp modelId="{9FA2A74E-78EC-4D79-862C-716DFD366F7E}">
      <dsp:nvSpPr>
        <dsp:cNvPr id="0" name=""/>
        <dsp:cNvSpPr/>
      </dsp:nvSpPr>
      <dsp:spPr>
        <a:xfrm rot="5400000">
          <a:off x="-308364" y="4041689"/>
          <a:ext cx="2055762" cy="1439034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Save Image</a:t>
          </a:r>
        </a:p>
      </dsp:txBody>
      <dsp:txXfrm rot="-5400000">
        <a:off x="0" y="4452842"/>
        <a:ext cx="1439034" cy="616728"/>
      </dsp:txXfrm>
    </dsp:sp>
    <dsp:sp modelId="{D79D21D9-C0AD-4BCC-BB5E-69CCBBDD4F02}">
      <dsp:nvSpPr>
        <dsp:cNvPr id="0" name=""/>
        <dsp:cNvSpPr/>
      </dsp:nvSpPr>
      <dsp:spPr>
        <a:xfrm rot="5400000">
          <a:off x="5309194" y="-120612"/>
          <a:ext cx="1336245" cy="90765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Writes the new data values into a new file</a:t>
          </a:r>
        </a:p>
      </dsp:txBody>
      <dsp:txXfrm rot="-5400000">
        <a:off x="1439034" y="3814778"/>
        <a:ext cx="9011335" cy="1205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5669-DD6D-6148-A673-891BAD08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A2BCC-8364-7DF2-E202-D088B518F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66048-E1C2-D6FC-BDAC-6B87DBE5E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24886-4676-1FF5-932C-27F0A338C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85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88B4-4D62-C49C-54E9-7F2F03A1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677EE-1A9C-EE2A-4C84-ECE1BE0AD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B7168-C7BC-E4C6-AF32-0E5ADFC49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5334E-F503-120B-B414-3E187CA1F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68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39641-6B60-B604-4A94-C4E5A857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1B3FB-D0D9-90C1-D253-95A3E6836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EFC70-F594-E00A-FA46-6FF37C4C3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E3D1-E72B-12C7-1A68-299750175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048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CA00-CDFE-45C7-7647-587DD131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EC5B6-8527-1D4B-4644-5CAEBD600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DC651-585D-789A-409A-E8466BD74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D69CD-5A5E-977C-4BF1-6D64D0900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91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2932" y="3429000"/>
            <a:ext cx="4941771" cy="3200400"/>
          </a:xfrm>
        </p:spPr>
        <p:txBody>
          <a:bodyPr anchor="ctr"/>
          <a:lstStyle/>
          <a:p>
            <a:pPr algn="r"/>
            <a:r>
              <a:rPr lang="en-US" dirty="0"/>
              <a:t>BMP Image Editor</a:t>
            </a:r>
            <a:br>
              <a:rPr lang="en-US" dirty="0"/>
            </a:br>
            <a:r>
              <a:rPr lang="en-US" sz="2000" dirty="0"/>
              <a:t>Ali Hussain</a:t>
            </a:r>
            <a:br>
              <a:rPr lang="en-US" sz="2000" dirty="0"/>
            </a:br>
            <a:r>
              <a:rPr lang="en-US" sz="2000" dirty="0"/>
              <a:t>Muhammad Talha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451860" cy="3269589"/>
          </a:xfrm>
        </p:spPr>
        <p:txBody>
          <a:bodyPr>
            <a:normAutofit fontScale="92500"/>
          </a:bodyPr>
          <a:lstStyle/>
          <a:p>
            <a:pPr marL="342900" indent="-342900">
              <a:buFont typeface="+mj-lt"/>
              <a:buAutoNum type="romanUcPeriod"/>
            </a:pPr>
            <a:r>
              <a:rPr lang="en-US" dirty="0"/>
              <a:t>What is .BMP File Format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/>
              <a:t>What is a .BMP File</a:t>
            </a:r>
          </a:p>
          <a:p>
            <a:pPr marL="800100" lvl="1" indent="-342900">
              <a:buFont typeface="+mj-lt"/>
              <a:buAutoNum type="romanUcPeriod"/>
            </a:pPr>
            <a:r>
              <a:rPr lang="en-US" dirty="0"/>
              <a:t>.BMP file Header Structure</a:t>
            </a:r>
          </a:p>
          <a:p>
            <a:pPr marL="800100" lvl="1" indent="-342900">
              <a:buFont typeface="+mj-lt"/>
              <a:buAutoNum type="romanUcPeriod"/>
            </a:pPr>
            <a:r>
              <a:rPr lang="en-US" dirty="0"/>
              <a:t>.BMP file Info Header Structure</a:t>
            </a:r>
          </a:p>
          <a:p>
            <a:pPr marL="342900" indent="-342900">
              <a:buFont typeface="+mj-lt"/>
              <a:buAutoNum type="romanUcPeriod"/>
            </a:pPr>
            <a:r>
              <a:rPr lang="en-US" dirty="0"/>
              <a:t>Restrictions</a:t>
            </a:r>
          </a:p>
          <a:p>
            <a:pPr marL="342900" indent="-342900">
              <a:buFont typeface="+mj-lt"/>
              <a:buAutoNum type="romanUcPeriod"/>
            </a:pPr>
            <a:r>
              <a:rPr lang="en-US" dirty="0"/>
              <a:t>Flow of Program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601318"/>
            <a:ext cx="4179570" cy="3377354"/>
          </a:xfrm>
        </p:spPr>
        <p:txBody>
          <a:bodyPr/>
          <a:lstStyle/>
          <a:p>
            <a:r>
              <a:rPr lang="en-US" dirty="0"/>
              <a:t>What is .BMp File Format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What is a BMP File?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b="0" dirty="0"/>
              <a:t>A BMP (Bitmap) file is a raster graphics image file format used to store bitmap digital images, particularly on Windows systems. It contains data organized in a specific structure, including headers and pixel data, to represent an image.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FEF1-3978-4FD6-058A-A8B5B7AC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836C18-729F-AE4A-26DE-8B309D16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2468879" cy="1917700"/>
          </a:xfrm>
        </p:spPr>
        <p:txBody>
          <a:bodyPr>
            <a:normAutofit/>
          </a:bodyPr>
          <a:lstStyle/>
          <a:p>
            <a:r>
              <a:rPr lang="en-US" dirty="0"/>
              <a:t>.Bmp File header structure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9AD32D-BABC-9811-A4E3-CD5F1D1076C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2468880" cy="3238499"/>
          </a:xfrm>
        </p:spPr>
        <p:txBody>
          <a:bodyPr>
            <a:normAutofit/>
          </a:bodyPr>
          <a:lstStyle/>
          <a:p>
            <a:r>
              <a:rPr lang="en-US" dirty="0"/>
              <a:t>The structure of how .BMP header file should look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BDA309C5-07F4-16D8-9B20-4118E9A84FF8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984859757"/>
              </p:ext>
            </p:extLst>
          </p:nvPr>
        </p:nvGraphicFramePr>
        <p:xfrm>
          <a:off x="3535680" y="895350"/>
          <a:ext cx="8336280" cy="566094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1826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32201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478536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81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Offset (hex)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Offset (dec)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Size (bytes)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Purpose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header field used to identify the BMP and DIB file. For BMP, this is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BM</a:t>
                      </a:r>
                      <a:r>
                        <a:rPr lang="en-US" dirty="0">
                          <a:effectLst/>
                        </a:rPr>
                        <a:t> in ASCII, which is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0x42 0x4D</a:t>
                      </a:r>
                      <a:r>
                        <a:rPr lang="en-US" dirty="0">
                          <a:effectLst/>
                        </a:rPr>
                        <a:t> in hexadecimal.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size of the BMP file in bytes.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7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Reserved; actual value depends on the application that creates the image. It can be manually set to </a:t>
                      </a:r>
                      <a:r>
                        <a:rPr lang="en-US">
                          <a:effectLst/>
                          <a:latin typeface="Monaspace Neon"/>
                        </a:rPr>
                        <a:t>0</a:t>
                      </a:r>
                      <a:r>
                        <a:rPr lang="en-US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Reserved; actual value depends on the application that creates the image. It can be manually set to </a:t>
                      </a:r>
                      <a:r>
                        <a:rPr lang="en-US">
                          <a:effectLst/>
                          <a:latin typeface="Monaspace Neon"/>
                        </a:rPr>
                        <a:t>0</a:t>
                      </a:r>
                      <a:r>
                        <a:rPr lang="en-US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9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offset, i.e., starting address of the byte where the bitmap image data (pixel array) can be found.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EFFE2-3B73-4647-BAC8-61529AF4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91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E226-DEA9-79E4-39D0-9B35D74E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FDD0F63C-9D96-1108-7C42-EC2CCD08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43" y="757909"/>
            <a:ext cx="10515600" cy="520873"/>
          </a:xfrm>
        </p:spPr>
        <p:txBody>
          <a:bodyPr anchor="b"/>
          <a:lstStyle/>
          <a:p>
            <a:r>
              <a:rPr lang="en-US" dirty="0"/>
              <a:t>.BMP Info header structure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170FF64D-8333-A435-E427-866BB4DD37B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753676391"/>
              </p:ext>
            </p:extLst>
          </p:nvPr>
        </p:nvGraphicFramePr>
        <p:xfrm>
          <a:off x="823943" y="1818874"/>
          <a:ext cx="10544113" cy="428121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711511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Offset (hex)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Offset (dec)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Size (bytes)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Windows BITMAPINFOHEADER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size of this header, in bytes (40).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bitmap width in pixels (signed integer).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bitmap height in pixels (signed integer).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number of color planes (must be 1).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0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number of bits per pixel, which is the color depth of the image. Typical values are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1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4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8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16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24</a:t>
                      </a:r>
                      <a:r>
                        <a:rPr lang="en-US" dirty="0">
                          <a:effectLst/>
                        </a:rPr>
                        <a:t>, and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32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  <a:tr h="710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compression method being used.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16527949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00AEB2-1287-5A0D-FFAB-A7232EEC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0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B2ECF-B71F-EA03-EB28-0BA4662E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E919BB46-C153-9748-422C-2A369CDE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43" y="757909"/>
            <a:ext cx="10515600" cy="520873"/>
          </a:xfrm>
        </p:spPr>
        <p:txBody>
          <a:bodyPr anchor="b"/>
          <a:lstStyle/>
          <a:p>
            <a:r>
              <a:rPr lang="en-US" dirty="0"/>
              <a:t>.BMP Info header structure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77DF8810-B2CC-F6C5-7097-99B9E4FE72D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037595774"/>
              </p:ext>
            </p:extLst>
          </p:nvPr>
        </p:nvGraphicFramePr>
        <p:xfrm>
          <a:off x="823943" y="1818874"/>
          <a:ext cx="10544113" cy="39642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711511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Offset (hex)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Offset (dec)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Size (bytes)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Windows BITMAPINFOHEADER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image size. This is the size of the raw bitmap data; a dummy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0</a:t>
                      </a:r>
                      <a:r>
                        <a:rPr lang="en-US" dirty="0">
                          <a:effectLst/>
                        </a:rPr>
                        <a:t> can be given for BI_RGB bitmaps.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horizontal resolution of the image in pixels per meter (signed integer).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vertical resolution of the image in pixels per meter (signed integer).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number of colors in the color palette, or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0</a:t>
                      </a:r>
                      <a:r>
                        <a:rPr lang="en-US" dirty="0">
                          <a:effectLst/>
                        </a:rPr>
                        <a:t> to default to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2^n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0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The number of important colors used, or 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0</a:t>
                      </a:r>
                      <a:r>
                        <a:rPr lang="en-US" dirty="0">
                          <a:effectLst/>
                        </a:rPr>
                        <a:t> when every color is important. Generally ignored.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11CF7D-0E45-9B43-5328-EA162BEB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80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Restrictions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3943627" cy="1780860"/>
          </a:xfrm>
        </p:spPr>
        <p:txBody>
          <a:bodyPr/>
          <a:lstStyle/>
          <a:p>
            <a:r>
              <a:rPr lang="en-US" dirty="0"/>
              <a:t>Supported .bmp File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797255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We will be dealing with </a:t>
            </a:r>
            <a:r>
              <a:rPr lang="en-US" b="1" dirty="0"/>
              <a:t>standard 24-bit BMP files only</a:t>
            </a:r>
            <a:r>
              <a:rPr lang="en-US" dirty="0"/>
              <a:t>, for which the following checks are required: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7CEB69-9A81-13B3-AD05-76A833DB5155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1130448146"/>
              </p:ext>
            </p:extLst>
          </p:nvPr>
        </p:nvGraphicFramePr>
        <p:xfrm>
          <a:off x="7132320" y="568962"/>
          <a:ext cx="4526280" cy="56769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4280737068"/>
                    </a:ext>
                  </a:extLst>
                </a:gridCol>
                <a:gridCol w="2263140">
                  <a:extLst>
                    <a:ext uri="{9D8B030D-6E8A-4147-A177-3AD203B41FA5}">
                      <a16:colId xmlns:a16="http://schemas.microsoft.com/office/drawing/2014/main" val="860029554"/>
                    </a:ext>
                  </a:extLst>
                </a:gridCol>
              </a:tblGrid>
              <a:tr h="1256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Header Field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Value for 24-bit BMP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424252129"/>
                  </a:ext>
                </a:extLst>
              </a:tr>
              <a:tr h="736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bfType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Monaspace Neon"/>
                        </a:rPr>
                        <a:t>0x4D42</a:t>
                      </a:r>
                      <a:r>
                        <a:rPr lang="en-US" dirty="0">
                          <a:effectLst/>
                        </a:rPr>
                        <a:t> (</a:t>
                      </a:r>
                      <a:r>
                        <a:rPr lang="en-US" dirty="0">
                          <a:effectLst/>
                          <a:latin typeface="Monaspace Neon"/>
                        </a:rPr>
                        <a:t>BM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84383080"/>
                  </a:ext>
                </a:extLst>
              </a:tr>
              <a:tr h="736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  <a:latin typeface="Monaspace Neon"/>
                        </a:rPr>
                        <a:t>bfOffBits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Monaspace Neon"/>
                        </a:rPr>
                        <a:t>54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08704313"/>
                  </a:ext>
                </a:extLst>
              </a:tr>
              <a:tr h="736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biSize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Monaspace Neon"/>
                        </a:rPr>
                        <a:t>40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88389630"/>
                  </a:ext>
                </a:extLst>
              </a:tr>
              <a:tr h="736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biPlanes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83166525"/>
                  </a:ext>
                </a:extLst>
              </a:tr>
              <a:tr h="736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biBitCount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24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07351366"/>
                  </a:ext>
                </a:extLst>
              </a:tr>
              <a:tr h="736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Monaspace Neon"/>
                        </a:rPr>
                        <a:t>biCompression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Monaspace Neon"/>
                        </a:rPr>
                        <a:t>0</a:t>
                      </a:r>
                      <a:r>
                        <a:rPr lang="en-US" dirty="0">
                          <a:effectLst/>
                        </a:rPr>
                        <a:t> (BI_RGB)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7426525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Graphic 6" descr="Pencils with pencil shavings">
            <a:extLst>
              <a:ext uri="{FF2B5EF4-FFF2-40B4-BE49-F238E27FC236}">
                <a16:creationId xmlns:a16="http://schemas.microsoft.com/office/drawing/2014/main" id="{D126DA44-C180-45EF-A453-019DF887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7020" y="3280687"/>
            <a:ext cx="3577313" cy="357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/>
              <a:t>Flow of Program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Placeholder 13" descr="Web of wires connecting pins">
            <a:extLst>
              <a:ext uri="{FF2B5EF4-FFF2-40B4-BE49-F238E27FC236}">
                <a16:creationId xmlns:a16="http://schemas.microsoft.com/office/drawing/2014/main" id="{A9CBFED5-42BA-0D0D-1012-BA40FE06FC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060" r="180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1DF09726-E9A9-3E74-822E-1A67252369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766719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B279-7F81-2EF7-1AE4-13A3A363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9297F-EBB3-592D-FC1C-9B8C02FB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754E7AD-659C-9CF0-94F2-EC3AD13459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168950"/>
              </p:ext>
            </p:extLst>
          </p:nvPr>
        </p:nvGraphicFramePr>
        <p:xfrm>
          <a:off x="1097280" y="685800"/>
          <a:ext cx="10515600" cy="579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642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2EA6E6-218C-E6D1-13DB-F317CE912B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do a Test Run now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{4AF29DDE-AEA0-4F1E-896E-00D8C2BA6843}TF7521aafa-c748-4c40-a498-ba511be234dc5b1b6097_win32-5039330bb2f3</Template>
  <TotalTime>430</TotalTime>
  <Words>676</Words>
  <Application>Microsoft Office PowerPoint</Application>
  <PresentationFormat>Widescreen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Monaspace Neon</vt:lpstr>
      <vt:lpstr>Arial</vt:lpstr>
      <vt:lpstr>Calibri</vt:lpstr>
      <vt:lpstr>Tenorite</vt:lpstr>
      <vt:lpstr>Custom</vt:lpstr>
      <vt:lpstr>BMP Image Editor Ali Hussain Muhammad Talha</vt:lpstr>
      <vt:lpstr>Content</vt:lpstr>
      <vt:lpstr>What is .BMp File Format</vt:lpstr>
      <vt:lpstr>What is a BMP File?</vt:lpstr>
      <vt:lpstr>.Bmp File header structure</vt:lpstr>
      <vt:lpstr>.BMP Info header structure</vt:lpstr>
      <vt:lpstr>.BMP Info header structure</vt:lpstr>
      <vt:lpstr>Restrictions</vt:lpstr>
      <vt:lpstr>Supported .bmp File</vt:lpstr>
      <vt:lpstr>Flow of Program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Hussain</dc:creator>
  <cp:lastModifiedBy>Ali Hussain</cp:lastModifiedBy>
  <cp:revision>3</cp:revision>
  <dcterms:created xsi:type="dcterms:W3CDTF">2025-11-25T23:24:29Z</dcterms:created>
  <dcterms:modified xsi:type="dcterms:W3CDTF">2025-11-26T06:35:07Z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